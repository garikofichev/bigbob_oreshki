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2" d="100"/>
          <a:sy n="122" d="100"/>
        </p:scale>
        <p:origin x="-1278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4C71EC6-210F-42DE-9C53-41977AD35B3D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19672" y="1772816"/>
            <a:ext cx="5723468" cy="936104"/>
          </a:xfrm>
        </p:spPr>
        <p:txBody>
          <a:bodyPr/>
          <a:lstStyle/>
          <a:p>
            <a:r>
              <a:rPr lang="ru-RU" dirty="0" smtClean="0"/>
              <a:t>Книжная нора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732240" y="4941168"/>
            <a:ext cx="1427219" cy="916514"/>
          </a:xfrm>
        </p:spPr>
        <p:txBody>
          <a:bodyPr>
            <a:normAutofit/>
          </a:bodyPr>
          <a:lstStyle/>
          <a:p>
            <a:r>
              <a:rPr lang="ru-RU" sz="1500" dirty="0" smtClean="0"/>
              <a:t>Участники</a:t>
            </a:r>
            <a:r>
              <a:rPr lang="en-US" sz="1500" dirty="0" smtClean="0"/>
              <a:t>:</a:t>
            </a:r>
            <a:r>
              <a:rPr lang="ru-RU" sz="1500" dirty="0" smtClean="0"/>
              <a:t> Ш</a:t>
            </a:r>
            <a:r>
              <a:rPr lang="en-US" sz="1500" dirty="0" smtClean="0"/>
              <a:t>. </a:t>
            </a:r>
            <a:r>
              <a:rPr lang="ru-RU" sz="1500" dirty="0" smtClean="0"/>
              <a:t>Никита</a:t>
            </a:r>
            <a:r>
              <a:rPr lang="en-US" sz="1500" dirty="0" smtClean="0"/>
              <a:t>,</a:t>
            </a:r>
            <a:r>
              <a:rPr lang="ru-RU" sz="1500" dirty="0" smtClean="0"/>
              <a:t> В</a:t>
            </a:r>
            <a:r>
              <a:rPr lang="en-US" sz="1500" dirty="0" smtClean="0"/>
              <a:t>.</a:t>
            </a:r>
            <a:r>
              <a:rPr lang="ru-RU" sz="1500" dirty="0" smtClean="0"/>
              <a:t> Максим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511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Конкуренты и наше преимущество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333645"/>
              </p:ext>
            </p:extLst>
          </p:nvPr>
        </p:nvGraphicFramePr>
        <p:xfrm>
          <a:off x="1463675" y="2119313"/>
          <a:ext cx="6196014" cy="370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338"/>
                <a:gridCol w="2065338"/>
                <a:gridCol w="2065338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Критерий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«Читай-Город» 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«Книжная нора»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Атмосфера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Ярко, просторно, шумно, деловито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Уютно, тесно, тихо, по-домашнему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Ассортимент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Широкий, массовый, все новинки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Кураторский, уникальный, с сюрпризами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Цены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Часто скидки, акции, фиксированный прайс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Выше, но вы платите за уникальность и атмосферу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Персонал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Консультант-навигатор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Энтузиаст-библиофил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Персонал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Целевой покупки бестселлера, выбора подарка, семейного похода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Неторопливого блуждания, поиска вдохновения, разговора о литературе</a:t>
                      </a:r>
                      <a:endParaRPr lang="ru-RU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16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Эскиз проекта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\\10.35.172.169\student\Гончарова Л.Н\Учебная практика 25\Шишин Василисин\logo-knijnaya_nora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2879069"/>
            <a:ext cx="6196013" cy="20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493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Диаграмма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2147211"/>
            <a:ext cx="6196013" cy="354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9058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нопка">
  <a:themeElements>
    <a:clrScheme name="Кнопка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Кнопка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ноп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80</TotalTime>
  <Words>94</Words>
  <Application>Microsoft Office PowerPoint</Application>
  <PresentationFormat>Экран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Кнопка</vt:lpstr>
      <vt:lpstr>Книжная нора</vt:lpstr>
      <vt:lpstr>Конкуренты и наше преимущество</vt:lpstr>
      <vt:lpstr>Эскиз проекта</vt:lpstr>
      <vt:lpstr>Диаграмма ганта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УЧЕТ СТУДЕНТОВ</dc:title>
  <dc:creator>as6</dc:creator>
  <cp:lastModifiedBy>as34</cp:lastModifiedBy>
  <cp:revision>9</cp:revision>
  <dcterms:created xsi:type="dcterms:W3CDTF">2025-11-10T09:20:28Z</dcterms:created>
  <dcterms:modified xsi:type="dcterms:W3CDTF">2025-11-14T12:55:32Z</dcterms:modified>
</cp:coreProperties>
</file>